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Canva Sans Bold" charset="1" panose="020B0803030501040103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0" y="348615"/>
            <a:ext cx="9454084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7200" b="true">
                <a:solidFill>
                  <a:srgbClr val="F1950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</a:t>
            </a:r>
            <a:r>
              <a:rPr lang="en-US" b="true" sz="7200">
                <a:solidFill>
                  <a:srgbClr val="F1950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Synapse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625484" y="1618576"/>
            <a:ext cx="14438125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F1950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Optimizing Last-Mile Delivery with AI-Powered Address Verification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009325"/>
            <a:ext cx="15935747" cy="5129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02"/>
              </a:lnSpc>
            </a:pPr>
            <a:r>
              <a:rPr lang="en-US" b="true" sz="2430">
                <a:solidFill>
                  <a:srgbClr val="F1950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430">
                <a:solidFill>
                  <a:srgbClr val="F1950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Problem &amp; Our Solution</a:t>
            </a:r>
          </a:p>
          <a:p>
            <a:pPr algn="just" marL="524700" indent="-262350" lvl="1">
              <a:lnSpc>
                <a:spcPts val="3402"/>
              </a:lnSpc>
              <a:buFont typeface="Arial"/>
              <a:buChar char="•"/>
            </a:pPr>
            <a:r>
              <a:rPr lang="en-US" b="true" sz="2430">
                <a:solidFill>
                  <a:srgbClr val="D9D9D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Problem: Incorrect addresses cause delays, wasted fuel, and missed deadlines (SLAs). Current systems are rigid and can't adapt to real-time issues.</a:t>
            </a:r>
          </a:p>
          <a:p>
            <a:pPr algn="just">
              <a:lnSpc>
                <a:spcPts val="3402"/>
              </a:lnSpc>
            </a:pPr>
          </a:p>
          <a:p>
            <a:pPr algn="just">
              <a:lnSpc>
                <a:spcPts val="3402"/>
              </a:lnSpc>
            </a:pPr>
            <a:r>
              <a:rPr lang="en-US" b="true" sz="2430">
                <a:solidFill>
                  <a:srgbClr val="F1950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Solution: An LLM-powered autonomous agent that:</a:t>
            </a:r>
          </a:p>
          <a:p>
            <a:pPr algn="just" marL="524700" indent="-262350" lvl="1">
              <a:lnSpc>
                <a:spcPts val="3402"/>
              </a:lnSpc>
              <a:buFont typeface="Arial"/>
              <a:buChar char="•"/>
            </a:pPr>
            <a:r>
              <a:rPr lang="en-US" b="true" sz="2430">
                <a:solidFill>
                  <a:srgbClr val="D9D9D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Prevents incorrect addresses with crosscheck_address() at the time of order placement.</a:t>
            </a:r>
          </a:p>
          <a:p>
            <a:pPr algn="just" marL="524700" indent="-262350" lvl="1">
              <a:lnSpc>
                <a:spcPts val="3402"/>
              </a:lnSpc>
              <a:buFont typeface="Arial"/>
              <a:buChar char="•"/>
            </a:pPr>
            <a:r>
              <a:rPr lang="en-US" b="true" sz="2430">
                <a:solidFill>
                  <a:srgbClr val="D9D9D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Requests an alternate delivery location upfront (neighbor, office, or locker).</a:t>
            </a:r>
          </a:p>
          <a:p>
            <a:pPr algn="just" marL="524700" indent="-262350" lvl="1">
              <a:lnSpc>
                <a:spcPts val="3402"/>
              </a:lnSpc>
              <a:buFont typeface="Arial"/>
              <a:buChar char="•"/>
            </a:pPr>
            <a:r>
              <a:rPr lang="en-US" b="true" sz="2430">
                <a:solidFill>
                  <a:srgbClr val="D9D9D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Resolves real-time issues by contacting the customer or switching to a backup location.</a:t>
            </a:r>
          </a:p>
          <a:p>
            <a:pPr algn="just" marL="524700" indent="-262350" lvl="1">
              <a:lnSpc>
                <a:spcPts val="3402"/>
              </a:lnSpc>
              <a:buFont typeface="Arial"/>
              <a:buChar char="•"/>
            </a:pPr>
            <a:r>
              <a:rPr lang="en-US" b="true" sz="2430">
                <a:solidFill>
                  <a:srgbClr val="D9D9D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Integrates with delivery APIs for smart tool selection and reasoning.</a:t>
            </a:r>
          </a:p>
          <a:p>
            <a:pPr algn="just">
              <a:lnSpc>
                <a:spcPts val="3402"/>
              </a:lnSpc>
            </a:pPr>
          </a:p>
          <a:p>
            <a:pPr algn="just">
              <a:lnSpc>
                <a:spcPts val="3402"/>
              </a:lnSpc>
            </a:pPr>
            <a:r>
              <a:rPr lang="en-US" b="true" sz="2430">
                <a:solidFill>
                  <a:srgbClr val="F1950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Benefits:</a:t>
            </a:r>
            <a:r>
              <a:rPr lang="en-US" b="true" sz="2430">
                <a:solidFill>
                  <a:srgbClr val="D9D9D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Fewer failed deliveries, less idle driver time, improved SLA compliance, and higher customer satisfaction.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-2000547" y="-1246081"/>
            <a:ext cx="3184694" cy="4549563"/>
            <a:chOff x="0" y="0"/>
            <a:chExt cx="4445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1E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85445" y="-1376989"/>
            <a:ext cx="1683983" cy="2405689"/>
            <a:chOff x="0" y="0"/>
            <a:chExt cx="4445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201730" t="0" r="-20173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17448431" y="3885708"/>
            <a:ext cx="841991" cy="841991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26211" t="0" r="-126211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434278" y="3662899"/>
            <a:ext cx="14066606" cy="6455793"/>
          </a:xfrm>
          <a:custGeom>
            <a:avLst/>
            <a:gdLst/>
            <a:ahLst/>
            <a:cxnLst/>
            <a:rect r="r" b="b" t="t" l="l"/>
            <a:pathLst>
              <a:path h="6455793" w="14066606">
                <a:moveTo>
                  <a:pt x="0" y="0"/>
                </a:moveTo>
                <a:lnTo>
                  <a:pt x="14066606" y="0"/>
                </a:lnTo>
                <a:lnTo>
                  <a:pt x="14066606" y="6455793"/>
                </a:lnTo>
                <a:lnTo>
                  <a:pt x="0" y="64557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44" t="0" r="-244" b="-2978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94968" y="1171965"/>
            <a:ext cx="7758830" cy="2157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0"/>
              </a:lnSpc>
            </a:pPr>
            <a:r>
              <a:rPr lang="en-US" b="true" sz="2072">
                <a:solidFill>
                  <a:srgbClr val="F1950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</a:t>
            </a:r>
            <a:r>
              <a:rPr lang="en-US" b="true" sz="2072">
                <a:solidFill>
                  <a:srgbClr val="F1950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 Preventive Phase (Order Placement):</a:t>
            </a:r>
          </a:p>
          <a:p>
            <a:pPr algn="l" marL="447360" indent="-223680" lvl="1">
              <a:lnSpc>
                <a:spcPts val="2900"/>
              </a:lnSpc>
              <a:buFont typeface="Arial"/>
              <a:buChar char="•"/>
            </a:pPr>
            <a:r>
              <a:rPr lang="en-US" b="true" sz="2072">
                <a:solidFill>
                  <a:srgbClr val="D9D9D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Customer enters address → Agent runs crosscheck_address().</a:t>
            </a:r>
          </a:p>
          <a:p>
            <a:pPr algn="l" marL="447360" indent="-223680" lvl="1">
              <a:lnSpc>
                <a:spcPts val="2900"/>
              </a:lnSpc>
              <a:buFont typeface="Arial"/>
              <a:buChar char="•"/>
            </a:pPr>
            <a:r>
              <a:rPr lang="en-US" b="true" sz="2072">
                <a:solidFill>
                  <a:srgbClr val="D9D9D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If incomplete, it prompts for correction and requests an alternate address.</a:t>
            </a:r>
          </a:p>
          <a:p>
            <a:pPr algn="l" marL="447360" indent="-223680" lvl="1">
              <a:lnSpc>
                <a:spcPts val="2900"/>
              </a:lnSpc>
              <a:buFont typeface="Arial"/>
              <a:buChar char="•"/>
            </a:pPr>
            <a:r>
              <a:rPr lang="en-US" b="true" sz="2072">
                <a:solidFill>
                  <a:srgbClr val="D9D9D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Order is dispatched only after validation.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469625" y="-10795"/>
            <a:ext cx="11764237" cy="887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1950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Workflow + System Architecture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233109" y="981075"/>
            <a:ext cx="9815629" cy="2529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7"/>
              </a:lnSpc>
            </a:pPr>
            <a:r>
              <a:rPr lang="en-US" b="true" sz="2041">
                <a:solidFill>
                  <a:srgbClr val="F1950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2. Corrective Phase (During Delivery):</a:t>
            </a:r>
          </a:p>
          <a:p>
            <a:pPr algn="l" marL="440732" indent="-220366" lvl="1">
              <a:lnSpc>
                <a:spcPts val="2857"/>
              </a:lnSpc>
              <a:buFont typeface="Arial"/>
              <a:buChar char="•"/>
            </a:pPr>
            <a:r>
              <a:rPr lang="en-US" b="true" sz="2041">
                <a:solidFill>
                  <a:srgbClr val="D9D9D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Driver reports issue → Agent verifies with contact_customer_via_chat().</a:t>
            </a:r>
          </a:p>
          <a:p>
            <a:pPr algn="l" marL="440732" indent="-220366" lvl="1">
              <a:lnSpc>
                <a:spcPts val="2857"/>
              </a:lnSpc>
              <a:buFont typeface="Arial"/>
              <a:buChar char="•"/>
            </a:pPr>
            <a:r>
              <a:rPr lang="en-US" b="true" sz="2041">
                <a:solidFill>
                  <a:srgbClr val="D9D9D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If the customer is unreachable, it auto-switches to the alternate address using update_delivery_address().</a:t>
            </a:r>
          </a:p>
          <a:p>
            <a:pPr algn="l" marL="440732" indent="-220366" lvl="1">
              <a:lnSpc>
                <a:spcPts val="2857"/>
              </a:lnSpc>
              <a:buFont typeface="Arial"/>
              <a:buChar char="•"/>
            </a:pPr>
            <a:r>
              <a:rPr lang="en-US" b="true" sz="2041">
                <a:solidFill>
                  <a:srgbClr val="D9D9D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If no alternate is available, it uses find_nearby_locker() to locate the nearest locker.</a:t>
            </a:r>
          </a:p>
          <a:p>
            <a:pPr algn="l" marL="440732" indent="-220366" lvl="1">
              <a:lnSpc>
                <a:spcPts val="2857"/>
              </a:lnSpc>
              <a:buFont typeface="Arial"/>
              <a:buChar char="•"/>
            </a:pPr>
            <a:r>
              <a:rPr lang="en-US" b="true" sz="2041">
                <a:solidFill>
                  <a:srgbClr val="D9D9D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system then reroutes the driver and notifies both parties.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31E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1508" y="1225480"/>
            <a:ext cx="17544983" cy="872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3"/>
              </a:lnSpc>
            </a:pPr>
            <a:r>
              <a:rPr lang="en-US" sz="2745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🔹 </a:t>
            </a:r>
            <a:r>
              <a:rPr lang="en-US" sz="2745" u="sng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Pages &amp; UI Flow</a:t>
            </a:r>
          </a:p>
          <a:p>
            <a:pPr algn="l" marL="1185365" indent="-395122" lvl="2">
              <a:lnSpc>
                <a:spcPts val="3843"/>
              </a:lnSpc>
              <a:buFont typeface="Arial"/>
              <a:buChar char="⚬"/>
            </a:pPr>
            <a:r>
              <a:rPr lang="en-US" b="true" sz="274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Home / Dashboard – Hero section, delivery options (Bike, Car, Van, Scheduled).</a:t>
            </a:r>
          </a:p>
          <a:p>
            <a:pPr algn="l" marL="1185365" indent="-395122" lvl="2">
              <a:lnSpc>
                <a:spcPts val="3843"/>
              </a:lnSpc>
              <a:buFont typeface="Arial"/>
              <a:buChar char="⚬"/>
            </a:pPr>
            <a:r>
              <a:rPr lang="en-US" b="true" sz="274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Contact Us &amp; About Us – Team intro, mission, and contact info.</a:t>
            </a:r>
          </a:p>
          <a:p>
            <a:pPr algn="l" marL="1185365" indent="-395122" lvl="2">
              <a:lnSpc>
                <a:spcPts val="3843"/>
              </a:lnSpc>
              <a:buFont typeface="Arial"/>
              <a:buChar char="⚬"/>
            </a:pPr>
            <a:r>
              <a:rPr lang="en-US" b="true" sz="274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Support Us – Services, FAQs, and partner details.</a:t>
            </a:r>
          </a:p>
          <a:p>
            <a:pPr algn="l" marL="1185365" indent="-395122" lvl="2">
              <a:lnSpc>
                <a:spcPts val="3843"/>
              </a:lnSpc>
              <a:buFont typeface="Arial"/>
              <a:buChar char="⚬"/>
            </a:pPr>
            <a:r>
              <a:rPr lang="en-US" b="true" sz="274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Customer Profile – View/update personal details &amp; bookings.</a:t>
            </a:r>
          </a:p>
          <a:p>
            <a:pPr algn="l" marL="1185365" indent="-395122" lvl="2">
              <a:lnSpc>
                <a:spcPts val="3843"/>
              </a:lnSpc>
              <a:buFont typeface="Arial"/>
              <a:buChar char="⚬"/>
            </a:pPr>
            <a:r>
              <a:rPr lang="en-US" b="true" sz="274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Booking (Progress Bar) – Stepwise delivery booking with visual progress tracker.</a:t>
            </a:r>
          </a:p>
          <a:p>
            <a:pPr algn="l" marL="1185365" indent="-395122" lvl="2">
              <a:lnSpc>
                <a:spcPts val="3843"/>
              </a:lnSpc>
              <a:buFont typeface="Arial"/>
              <a:buChar char="⚬"/>
            </a:pPr>
            <a:r>
              <a:rPr lang="en-US" b="true" sz="274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Track Delivery – Enter AWB, view live parcel status &amp; timeline (localStorage simulation).</a:t>
            </a:r>
          </a:p>
          <a:p>
            <a:pPr algn="l" marL="1185365" indent="-395122" lvl="2">
              <a:lnSpc>
                <a:spcPts val="3843"/>
              </a:lnSpc>
              <a:buFont typeface="Arial"/>
              <a:buChar char="⚬"/>
            </a:pPr>
            <a:r>
              <a:rPr lang="en-US" b="true" sz="274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My Deliveries – Manage past/current orders.</a:t>
            </a:r>
          </a:p>
          <a:p>
            <a:pPr algn="l" marL="1185365" indent="-395122" lvl="2">
              <a:lnSpc>
                <a:spcPts val="3843"/>
              </a:lnSpc>
              <a:buFont typeface="Arial"/>
              <a:buChar char="⚬"/>
            </a:pPr>
            <a:r>
              <a:rPr lang="en-US" b="true" sz="274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Login / Register – Rider &amp; Customer roles with Google Sign-In.</a:t>
            </a:r>
          </a:p>
          <a:p>
            <a:pPr algn="l" marL="1185365" indent="-395122" lvl="2">
              <a:lnSpc>
                <a:spcPts val="3843"/>
              </a:lnSpc>
              <a:buFont typeface="Arial"/>
              <a:buChar char="⚬"/>
            </a:pPr>
            <a:r>
              <a:rPr lang="en-US" b="true" sz="274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Rider Dashboard – Profile, live ride tracking (Leaflet.js map), ride history, proof-of-delivery upload, reviews.</a:t>
            </a:r>
          </a:p>
          <a:p>
            <a:pPr algn="l" marL="1185365" indent="-395122" lvl="2">
              <a:lnSpc>
                <a:spcPts val="3843"/>
              </a:lnSpc>
              <a:buFont typeface="Arial"/>
              <a:buChar char="⚬"/>
            </a:pPr>
            <a:r>
              <a:rPr lang="en-US" b="true" sz="274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Chatbot (VengerB</a:t>
            </a:r>
            <a:r>
              <a:rPr lang="en-US" b="true" sz="274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ot AI) – FAQ &amp; quick actions (Book, Track, Delivery Options) with interactive bot UI.</a:t>
            </a:r>
          </a:p>
          <a:p>
            <a:pPr algn="l">
              <a:lnSpc>
                <a:spcPts val="3843"/>
              </a:lnSpc>
              <a:spcBef>
                <a:spcPct val="0"/>
              </a:spcBef>
            </a:pPr>
            <a:r>
              <a:rPr lang="en-US" b="true" sz="274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🔹 </a:t>
            </a:r>
            <a:r>
              <a:rPr lang="en-US" b="true" sz="2745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Tech Stack</a:t>
            </a:r>
          </a:p>
          <a:p>
            <a:pPr algn="l" marL="1185365" indent="-395122" lvl="2">
              <a:lnSpc>
                <a:spcPts val="3843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74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HTML, CSS, TailwindCSS, JavaScript (frontend only).</a:t>
            </a:r>
          </a:p>
          <a:p>
            <a:pPr algn="l" marL="1185365" indent="-395122" lvl="2">
              <a:lnSpc>
                <a:spcPts val="3843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74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Leaflet.js for maps &amp; route tracking.</a:t>
            </a:r>
          </a:p>
          <a:p>
            <a:pPr algn="l" marL="1185365" indent="-395122" lvl="2">
              <a:lnSpc>
                <a:spcPts val="3843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74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LocalStorage for booking &amp; parcel tracking simulation.</a:t>
            </a:r>
          </a:p>
          <a:p>
            <a:pPr algn="l" marL="1185365" indent="-395122" lvl="2">
              <a:lnSpc>
                <a:spcPts val="3843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74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Google OAuth for login.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93098" y="141605"/>
            <a:ext cx="17240224" cy="887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1950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Smart Parcel Delivery Platform (Frontend Prototype)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1E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88949" y="3415856"/>
            <a:ext cx="11162713" cy="6246084"/>
            <a:chOff x="0" y="0"/>
            <a:chExt cx="1452599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52599" cy="812800"/>
            </a:xfrm>
            <a:custGeom>
              <a:avLst/>
              <a:gdLst/>
              <a:ahLst/>
              <a:cxnLst/>
              <a:rect r="r" b="b" t="t" l="l"/>
              <a:pathLst>
                <a:path h="812800" w="1452599">
                  <a:moveTo>
                    <a:pt x="0" y="0"/>
                  </a:moveTo>
                  <a:lnTo>
                    <a:pt x="1452599" y="0"/>
                  </a:lnTo>
                  <a:lnTo>
                    <a:pt x="1452599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0" t="-3390" r="0" b="-1158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06141" y="243039"/>
            <a:ext cx="16928329" cy="2892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0"/>
              </a:lnSpc>
            </a:pPr>
            <a:r>
              <a:rPr lang="en-US" sz="275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🔹 </a:t>
            </a:r>
            <a:r>
              <a:rPr lang="en-US" sz="2750" u="sng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Highlights</a:t>
            </a:r>
          </a:p>
          <a:p>
            <a:pPr algn="l">
              <a:lnSpc>
                <a:spcPts val="3850"/>
              </a:lnSpc>
              <a:spcBef>
                <a:spcPct val="0"/>
              </a:spcBef>
            </a:pPr>
            <a:r>
              <a:rPr lang="en-US" b="true" sz="275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✅ End-to-end delivery workflow (Book → Track → Pr</a:t>
            </a:r>
            <a:r>
              <a:rPr lang="en-US" b="true" sz="275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oof of Delivery).</a:t>
            </a:r>
          </a:p>
          <a:p>
            <a:pPr algn="l">
              <a:lnSpc>
                <a:spcPts val="3850"/>
              </a:lnSpc>
              <a:spcBef>
                <a:spcPct val="0"/>
              </a:spcBef>
            </a:pPr>
            <a:r>
              <a:rPr lang="en-US" b="true" sz="275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✅ Dual roles: Customer &amp; Rider dashboards.</a:t>
            </a:r>
          </a:p>
          <a:p>
            <a:pPr algn="l">
              <a:lnSpc>
                <a:spcPts val="3850"/>
              </a:lnSpc>
              <a:spcBef>
                <a:spcPct val="0"/>
              </a:spcBef>
            </a:pPr>
            <a:r>
              <a:rPr lang="en-US" b="true" sz="275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✅ AI Chatbot for FAQs &amp; quick navigation.</a:t>
            </a:r>
          </a:p>
          <a:p>
            <a:pPr algn="l">
              <a:lnSpc>
                <a:spcPts val="3850"/>
              </a:lnSpc>
              <a:spcBef>
                <a:spcPct val="0"/>
              </a:spcBef>
            </a:pPr>
            <a:r>
              <a:rPr lang="en-US" b="true" sz="275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✅ Clean, responsive design with progress bars, notifications &amp; modals.</a:t>
            </a:r>
          </a:p>
          <a:p>
            <a:pPr algn="l">
              <a:lnSpc>
                <a:spcPts val="3850"/>
              </a:lnSpc>
              <a:spcBef>
                <a:spcPct val="0"/>
              </a:spcBef>
            </a:pPr>
            <a:r>
              <a:rPr lang="en-US" b="true" sz="275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✅ Future-ready for backend integration (real DB, APIs, ML routing).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506072" y="9604791"/>
            <a:ext cx="5528468" cy="514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5"/>
              </a:lnSpc>
              <a:spcBef>
                <a:spcPct val="0"/>
              </a:spcBef>
            </a:pPr>
            <a:r>
              <a:rPr lang="en-US" b="true" sz="3004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MAIN/LANDING DASHBOARD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1E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5089" y="842620"/>
            <a:ext cx="8968911" cy="4842345"/>
            <a:chOff x="0" y="0"/>
            <a:chExt cx="1505455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05455" cy="812800"/>
            </a:xfrm>
            <a:custGeom>
              <a:avLst/>
              <a:gdLst/>
              <a:ahLst/>
              <a:cxnLst/>
              <a:rect r="r" b="b" t="t" l="l"/>
              <a:pathLst>
                <a:path h="812800" w="1505455">
                  <a:moveTo>
                    <a:pt x="0" y="0"/>
                  </a:moveTo>
                  <a:lnTo>
                    <a:pt x="1505455" y="0"/>
                  </a:lnTo>
                  <a:lnTo>
                    <a:pt x="1505455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340" t="0" r="-34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278951" y="771004"/>
            <a:ext cx="8839885" cy="4913962"/>
            <a:chOff x="0" y="0"/>
            <a:chExt cx="1462172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2172" cy="812800"/>
            </a:xfrm>
            <a:custGeom>
              <a:avLst/>
              <a:gdLst/>
              <a:ahLst/>
              <a:cxnLst/>
              <a:rect r="r" b="b" t="t" l="l"/>
              <a:pathLst>
                <a:path h="812800" w="1462172">
                  <a:moveTo>
                    <a:pt x="0" y="0"/>
                  </a:moveTo>
                  <a:lnTo>
                    <a:pt x="1462172" y="0"/>
                  </a:lnTo>
                  <a:lnTo>
                    <a:pt x="1462172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3"/>
              <a:stretch>
                <a:fillRect l="-192" t="0" r="-192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076649" y="8000334"/>
            <a:ext cx="3244489" cy="514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5"/>
              </a:lnSpc>
            </a:pPr>
            <a:r>
              <a:rPr lang="en-US" sz="3004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SUBMITTED BY: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900389" y="8057484"/>
            <a:ext cx="6218447" cy="1981095"/>
            <a:chOff x="0" y="0"/>
            <a:chExt cx="8291262" cy="264146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4325985" y="-57150"/>
              <a:ext cx="3965277" cy="6666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5"/>
                </a:lnSpc>
                <a:spcBef>
                  <a:spcPct val="0"/>
                </a:spcBef>
              </a:pPr>
              <a:r>
                <a:rPr lang="en-US" b="true" sz="3004">
                  <a:solidFill>
                    <a:srgbClr val="B4B4B4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CODE VENGERS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552347"/>
              <a:ext cx="8291262" cy="20891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5"/>
                </a:lnSpc>
              </a:pPr>
              <a:r>
                <a:rPr lang="en-US" sz="3004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ADARSH JAIN</a:t>
              </a:r>
            </a:p>
            <a:p>
              <a:pPr algn="ctr">
                <a:lnSpc>
                  <a:spcPts val="4205"/>
                </a:lnSpc>
              </a:pPr>
              <a:r>
                <a:rPr lang="en-US" sz="3004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AKARSH JAIN</a:t>
              </a:r>
            </a:p>
            <a:p>
              <a:pPr algn="ctr">
                <a:lnSpc>
                  <a:spcPts val="4205"/>
                </a:lnSpc>
                <a:spcBef>
                  <a:spcPct val="0"/>
                </a:spcBef>
              </a:pPr>
              <a:r>
                <a:rPr lang="en-US" b="true" sz="3004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SIMRAN NAIR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808371" y="5824963"/>
            <a:ext cx="3702348" cy="514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5"/>
              </a:lnSpc>
              <a:spcBef>
                <a:spcPct val="0"/>
              </a:spcBef>
            </a:pPr>
            <a:r>
              <a:rPr lang="en-US" b="true" sz="3004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RIDER DASHBOARD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584896" y="5824963"/>
            <a:ext cx="4685854" cy="514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5"/>
              </a:lnSpc>
              <a:spcBef>
                <a:spcPct val="0"/>
              </a:spcBef>
            </a:pPr>
            <a:r>
              <a:rPr lang="en-US" b="true" sz="3004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CUSTOMER DASHBOARD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80089" y="6912649"/>
            <a:ext cx="13927823" cy="514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5"/>
              </a:lnSpc>
              <a:spcBef>
                <a:spcPct val="0"/>
              </a:spcBef>
            </a:pPr>
            <a:r>
              <a:rPr lang="en-US" b="true" sz="3004">
                <a:solidFill>
                  <a:srgbClr val="F1950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GITHUB LINK</a:t>
            </a:r>
            <a:r>
              <a:rPr lang="en-US" b="true" sz="3004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 https://github.com/simrannair03/GrabHack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DAGwTEYdgsU</dc:identifier>
  <dcterms:modified xsi:type="dcterms:W3CDTF">2011-08-01T06:04:30Z</dcterms:modified>
  <cp:revision>1</cp:revision>
  <dc:title>Project Synapse</dc:title>
</cp:coreProperties>
</file>